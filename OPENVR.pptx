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1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88"/>
  </p:normalViewPr>
  <p:slideViewPr>
    <p:cSldViewPr snapToGrid="0">
      <p:cViewPr varScale="1">
        <p:scale>
          <a:sx n="124" d="100"/>
          <a:sy n="124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91557-D7E5-A829-6604-17CDA1780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73301-1280-5DFA-C956-B7BF6F6EB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7F3C-9D64-2504-D015-52C4D1D9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6A73-3990-4D49-837D-88AF5897CFD5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599FF-2940-5D0D-7778-559A17DAC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315A8-332C-0DD3-205F-75EBA7F67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F861-E15F-5A43-BBF4-52ED56CEE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329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EC08-3C72-1868-596C-4214CDB25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13C50-D2EF-8142-32CF-DF8174AF7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F7E55-2436-CF0F-BE33-2B6D12533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6A73-3990-4D49-837D-88AF5897CFD5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DDB7B-0474-A17E-3A40-46157AE40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DDA12-A643-2225-D59F-480B8EE09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F861-E15F-5A43-BBF4-52ED56CEE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824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5EC3B-52F7-48C7-7580-DF3526DBD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3A0C4-A9D8-64CA-3A0B-D05425C71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02B16-D601-2108-E020-1E03C88B3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6A73-3990-4D49-837D-88AF5897CFD5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65D7F-B18C-930B-16E7-389C1F833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08A5D-3641-0A19-4AA6-8ED6652FD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F861-E15F-5A43-BBF4-52ED56CEE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62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A1E80-C61F-8AE3-C3D7-81DF1339C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2AE9A-2C6B-F5CF-13C0-1D446D2EEE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3C842-B418-A6C8-8E0C-D1B33AAAB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F3821-65A3-4A31-5539-593E9096B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6A73-3990-4D49-837D-88AF5897CFD5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FFA76-B580-6DC5-1BAF-9A997EAB1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7E02A-12AB-9753-9A5A-E0C54478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F861-E15F-5A43-BBF4-52ED56CEE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08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853F0-B031-AF0F-4878-445A5718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CC1C8-1E50-DE8A-F41B-2EF1195D5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3DDF67-B816-7AEF-27A2-6B03F95D5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67EB7A-4C98-1CA7-B4D5-0AF39B75BB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8083A6-23C3-29BB-3B92-F59F23E0F1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8AF0DD-82E2-E62B-2440-74FF75D4A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6A73-3990-4D49-837D-88AF5897CFD5}" type="datetimeFigureOut">
              <a:rPr lang="en-US" smtClean="0"/>
              <a:t>3/15/26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DB9EDF-F713-5FD0-2F7A-106872475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5BF4F4-7A3E-E87B-ADA1-03D42A8C5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F861-E15F-5A43-BBF4-52ED56CEE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8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F03BC-2A81-3F79-7B1C-F67906DE1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5EE124-B026-AD87-B434-DE12086C6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6A73-3990-4D49-837D-88AF5897CFD5}" type="datetimeFigureOut">
              <a:rPr lang="en-US" smtClean="0"/>
              <a:t>3/15/26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35025-00B1-C359-EF23-3EEDD94EE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167998-9377-6F94-0CEC-66EA44EC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F861-E15F-5A43-BBF4-52ED56CEE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81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AF5560-0651-CB1E-59D4-C580D6370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6A73-3990-4D49-837D-88AF5897CFD5}" type="datetimeFigureOut">
              <a:rPr lang="en-US" smtClean="0"/>
              <a:t>3/15/26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7F077-D268-6429-7EB5-DDEF16A04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163C1-84A0-A6E7-638A-03E746606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F861-E15F-5A43-BBF4-52ED56CEE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03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D7C4E-6BBD-5853-6831-8B3253E9E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F8520-43B2-9685-8EEC-C036ADC85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B9D02-CFC0-67B3-E1E5-A60A88856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9DD22-27A0-4C8E-A1D6-26A6BDE1E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6A73-3990-4D49-837D-88AF5897CFD5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E7B3E-EE5C-E385-D2EE-85DC4239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1AA4A-0718-6B0C-9B83-6D617E9E7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F861-E15F-5A43-BBF4-52ED56CEE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42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496C-B1C1-2E2C-75E0-7BBFB4609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CDB222-D42F-F5C1-6FA1-E9E8722A29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6D77FD-F655-D872-56EA-60148EAAF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8EF4D-8879-34EE-C94C-260156228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6A73-3990-4D49-837D-88AF5897CFD5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D3B86A-0014-2485-7278-1DEF8DAC4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8C9E6-7B90-E8E3-D797-4BFC2F9F9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F861-E15F-5A43-BBF4-52ED56CEE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278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A2E1D-10CB-A28E-CCE0-9B89FE02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70C9E-178D-3A38-C0F1-E180B9C24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ABCB4-5E53-5767-3B60-42890A7E4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6A73-3990-4D49-837D-88AF5897CFD5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1B6E9-190E-76F6-21A7-1D3580AB3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6CA93-AC23-9255-0110-CE2FCB352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F861-E15F-5A43-BBF4-52ED56CEE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02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C6C687-CE07-114B-0034-38224C0992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A6993A-63C5-F0B1-50AB-EE21F7378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92F26-F91E-0034-586C-73E0E8865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6A73-3990-4D49-837D-88AF5897CFD5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2C3CC-7302-79C6-2678-BD9C7EFD9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4360A-4C9C-1873-5B68-4139B3FD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EF861-E15F-5A43-BBF4-52ED56CEE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2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17DD18-A675-65E6-281E-7C5825627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0502D-690E-D463-499E-94FD4D234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59548-730D-46DD-FCDF-209AF503FF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C6A73-3990-4D49-837D-88AF5897CFD5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D2390-E493-152A-679E-BCC3CEF1B2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61DB2-237E-B04C-2186-ADA347F75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EF861-E15F-5A43-BBF4-52ED56CEE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27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4ED05-E645-0EA1-351E-F43E333B7C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OpenVR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321B21-407A-7F4C-7CC9-093F32AB94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86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B2D7C-DE4F-958F-A4A0-C4C0C9BF5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ALVR Analysis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AD8DF64-F7F9-FE5F-D596-1C86A8C71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479" y="2718637"/>
            <a:ext cx="11029615" cy="3545829"/>
          </a:xfrm>
        </p:spPr>
        <p:txBody>
          <a:bodyPr>
            <a:normAutofit/>
          </a:bodyPr>
          <a:lstStyle/>
          <a:p>
            <a:r>
              <a:rPr lang="en-US" sz="2000" dirty="0"/>
              <a:t>ALVR </a:t>
            </a:r>
            <a:r>
              <a:rPr lang="en-US" sz="2000" dirty="0">
                <a:sym typeface="Wingdings" pitchFamily="2" charset="2"/>
              </a:rPr>
              <a:t> registered as </a:t>
            </a:r>
            <a:r>
              <a:rPr lang="en-US" sz="2000" dirty="0" err="1">
                <a:sym typeface="Wingdings" pitchFamily="2" charset="2"/>
              </a:rPr>
              <a:t>SteamVR</a:t>
            </a:r>
            <a:r>
              <a:rPr lang="en-US" sz="2000" dirty="0">
                <a:sym typeface="Wingdings" pitchFamily="2" charset="2"/>
              </a:rPr>
              <a:t> driver.</a:t>
            </a:r>
          </a:p>
          <a:p>
            <a:r>
              <a:rPr lang="en-US" sz="2000" dirty="0">
                <a:sym typeface="Wingdings" pitchFamily="2" charset="2"/>
              </a:rPr>
              <a:t>Creates a virtual HMD Device . </a:t>
            </a:r>
          </a:p>
          <a:p>
            <a:r>
              <a:rPr lang="en-US" sz="2000" dirty="0">
                <a:sym typeface="Wingdings" pitchFamily="2" charset="2"/>
              </a:rPr>
              <a:t>That Has its own compositor which intercepts the </a:t>
            </a:r>
            <a:r>
              <a:rPr lang="en-US" sz="2000" dirty="0" err="1">
                <a:sym typeface="Wingdings" pitchFamily="2" charset="2"/>
              </a:rPr>
              <a:t>swapchain</a:t>
            </a:r>
            <a:r>
              <a:rPr lang="en-US" sz="2000" dirty="0">
                <a:sym typeface="Wingdings" pitchFamily="2" charset="2"/>
              </a:rPr>
              <a:t> and streams the output to client device.</a:t>
            </a:r>
          </a:p>
          <a:p>
            <a:r>
              <a:rPr lang="en-US" sz="2000" dirty="0">
                <a:sym typeface="Wingdings" pitchFamily="2" charset="2"/>
              </a:rPr>
              <a:t>Implements : </a:t>
            </a:r>
          </a:p>
          <a:p>
            <a:pPr lvl="1"/>
            <a:r>
              <a:rPr lang="en-US" sz="1200" b="0" i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IServerTrackedDeviceProvider</a:t>
            </a:r>
            <a:r>
              <a:rPr lang="en-US" sz="1200" b="0" i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: Responsible for creating Device and managing the lifecycle.</a:t>
            </a:r>
            <a:endParaRPr lang="en-US" sz="1200" b="0" i="1" dirty="0">
              <a:solidFill>
                <a:srgbClr val="000000"/>
              </a:solidFill>
              <a:effectLst/>
              <a:latin typeface="Menlo" panose="020B0609030804020204" pitchFamily="49" charset="0"/>
              <a:sym typeface="Wingdings" pitchFamily="2" charset="2"/>
            </a:endParaRPr>
          </a:p>
          <a:p>
            <a:pPr lvl="1"/>
            <a:r>
              <a:rPr lang="en-US" sz="1200" b="0" i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ITrackedDeviceServerDriver</a:t>
            </a:r>
            <a:r>
              <a:rPr lang="en-US" sz="1200" b="0" i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: Acts as Device for Virtual HMD.</a:t>
            </a:r>
          </a:p>
          <a:p>
            <a:pPr lvl="1"/>
            <a:r>
              <a:rPr lang="en-US" sz="1200" b="0" i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IVRDirect</a:t>
            </a:r>
            <a:r>
              <a:rPr lang="en-US" sz="1200" i="1" dirty="0" err="1">
                <a:solidFill>
                  <a:srgbClr val="000000"/>
                </a:solidFill>
                <a:latin typeface="Menlo" panose="020B0609030804020204" pitchFamily="49" charset="0"/>
              </a:rPr>
              <a:t>ModeComponent</a:t>
            </a:r>
            <a:r>
              <a:rPr lang="en-US" sz="1200" i="1" dirty="0">
                <a:solidFill>
                  <a:srgbClr val="000000"/>
                </a:solidFill>
                <a:latin typeface="Menlo" panose="020B0609030804020204" pitchFamily="49" charset="0"/>
              </a:rPr>
              <a:t> :Allows to receive frame by implementing </a:t>
            </a:r>
            <a:r>
              <a:rPr lang="en-US" sz="1050" b="0" dirty="0" err="1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IVRDriverDirectModeComponent</a:t>
            </a:r>
            <a:r>
              <a:rPr lang="en-US" sz="1050" b="0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r>
              <a:rPr lang="en-US" sz="2000" dirty="0">
                <a:sym typeface="Wingdings" pitchFamily="2" charset="2"/>
              </a:rPr>
              <a:t>That After receiving the frames it then stream them to its client app on the HMD.</a:t>
            </a:r>
            <a:endParaRPr lang="en-US" sz="2000" i="1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A302C3B0-B257-B4D6-37E5-A01B82BBB7B9}"/>
              </a:ext>
            </a:extLst>
          </p:cNvPr>
          <p:cNvSpPr/>
          <p:nvPr/>
        </p:nvSpPr>
        <p:spPr>
          <a:xfrm>
            <a:off x="551928" y="1697618"/>
            <a:ext cx="1771590" cy="384048"/>
          </a:xfrm>
          <a:prstGeom prst="rect">
            <a:avLst/>
          </a:prstGeom>
          <a:solidFill>
            <a:srgbClr val="8957E5">
              <a:alpha val="28000"/>
            </a:srgbClr>
          </a:solidFill>
          <a:ln w="12700">
            <a:solidFill>
              <a:srgbClr val="8957E5"/>
            </a:solidFill>
            <a:prstDash val="solid"/>
          </a:ln>
        </p:spPr>
        <p:txBody>
          <a:bodyPr/>
          <a:lstStyle/>
          <a:p>
            <a:r>
              <a:rPr lang="en-US" dirty="0"/>
              <a:t>XR Game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8844575-AB12-5B5A-E0BA-F381366D3C81}"/>
              </a:ext>
            </a:extLst>
          </p:cNvPr>
          <p:cNvSpPr/>
          <p:nvPr/>
        </p:nvSpPr>
        <p:spPr>
          <a:xfrm>
            <a:off x="2921988" y="1699484"/>
            <a:ext cx="1771590" cy="384048"/>
          </a:xfrm>
          <a:prstGeom prst="rect">
            <a:avLst/>
          </a:prstGeom>
          <a:solidFill>
            <a:srgbClr val="8957E5">
              <a:alpha val="28000"/>
            </a:srgbClr>
          </a:solidFill>
          <a:ln w="12700">
            <a:solidFill>
              <a:srgbClr val="8957E5"/>
            </a:solidFill>
            <a:prstDash val="solid"/>
          </a:ln>
        </p:spPr>
        <p:txBody>
          <a:bodyPr/>
          <a:lstStyle/>
          <a:p>
            <a:r>
              <a:rPr lang="en-US" dirty="0" err="1"/>
              <a:t>OpenXR</a:t>
            </a:r>
            <a:r>
              <a:rPr lang="en-US" dirty="0"/>
              <a:t> APIs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76B52BD-142D-FA82-8EF6-739BE59B95A5}"/>
              </a:ext>
            </a:extLst>
          </p:cNvPr>
          <p:cNvSpPr/>
          <p:nvPr/>
        </p:nvSpPr>
        <p:spPr>
          <a:xfrm>
            <a:off x="5298588" y="1704837"/>
            <a:ext cx="1771590" cy="384048"/>
          </a:xfrm>
          <a:prstGeom prst="rect">
            <a:avLst/>
          </a:prstGeom>
          <a:solidFill>
            <a:srgbClr val="8957E5">
              <a:alpha val="28000"/>
            </a:srgbClr>
          </a:solidFill>
          <a:ln w="12700">
            <a:solidFill>
              <a:srgbClr val="8957E5"/>
            </a:solidFill>
            <a:prstDash val="solid"/>
          </a:ln>
        </p:spPr>
        <p:txBody>
          <a:bodyPr/>
          <a:lstStyle/>
          <a:p>
            <a:r>
              <a:rPr lang="en-US" sz="1600" dirty="0" err="1"/>
              <a:t>SteamVR</a:t>
            </a:r>
            <a:r>
              <a:rPr lang="en-US" sz="1600" dirty="0"/>
              <a:t> Runtime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78369A8D-2E50-1B8E-DD98-5F5ED9F99E9A}"/>
              </a:ext>
            </a:extLst>
          </p:cNvPr>
          <p:cNvSpPr/>
          <p:nvPr/>
        </p:nvSpPr>
        <p:spPr>
          <a:xfrm>
            <a:off x="7668648" y="1704837"/>
            <a:ext cx="1771590" cy="384048"/>
          </a:xfrm>
          <a:prstGeom prst="rect">
            <a:avLst/>
          </a:prstGeom>
          <a:solidFill>
            <a:srgbClr val="8957E5">
              <a:alpha val="28000"/>
            </a:srgbClr>
          </a:solidFill>
          <a:ln w="12700">
            <a:solidFill>
              <a:srgbClr val="8957E5"/>
            </a:solidFill>
            <a:prstDash val="solid"/>
          </a:ln>
        </p:spPr>
        <p:txBody>
          <a:bodyPr/>
          <a:lstStyle/>
          <a:p>
            <a:r>
              <a:rPr lang="en-US" dirty="0" err="1"/>
              <a:t>SteamVR</a:t>
            </a:r>
            <a:r>
              <a:rPr lang="en-US" dirty="0"/>
              <a:t> Driver</a:t>
            </a: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10E72284-122E-77BE-49C5-9401079FD542}"/>
              </a:ext>
            </a:extLst>
          </p:cNvPr>
          <p:cNvSpPr/>
          <p:nvPr/>
        </p:nvSpPr>
        <p:spPr>
          <a:xfrm>
            <a:off x="10038708" y="1697618"/>
            <a:ext cx="1771590" cy="384048"/>
          </a:xfrm>
          <a:prstGeom prst="rect">
            <a:avLst/>
          </a:prstGeom>
          <a:solidFill>
            <a:srgbClr val="8957E5">
              <a:alpha val="28000"/>
            </a:srgbClr>
          </a:solidFill>
          <a:ln w="12700">
            <a:solidFill>
              <a:srgbClr val="8957E5"/>
            </a:solidFill>
            <a:prstDash val="solid"/>
          </a:ln>
        </p:spPr>
        <p:txBody>
          <a:bodyPr/>
          <a:lstStyle/>
          <a:p>
            <a:r>
              <a:rPr lang="en-US" sz="1600" dirty="0"/>
              <a:t>Simulated Device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42A1BB-CB71-E54C-2270-FE65B2F65B0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323518" y="1889642"/>
            <a:ext cx="598470" cy="1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AB4862-711B-442E-5EFE-5E305094433C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693578" y="1891508"/>
            <a:ext cx="605010" cy="5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AFB633-7AC8-DB18-AB57-E92693FEF22E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070178" y="1896861"/>
            <a:ext cx="5984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444367A-BDCE-CFF1-0434-11C8E7B7FA89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9440238" y="1889642"/>
            <a:ext cx="598470" cy="7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hape 3">
            <a:extLst>
              <a:ext uri="{FF2B5EF4-FFF2-40B4-BE49-F238E27FC236}">
                <a16:creationId xmlns:a16="http://schemas.microsoft.com/office/drawing/2014/main" id="{5629109C-6147-3DE9-B24B-216569FC2329}"/>
              </a:ext>
            </a:extLst>
          </p:cNvPr>
          <p:cNvSpPr/>
          <p:nvPr/>
        </p:nvSpPr>
        <p:spPr>
          <a:xfrm>
            <a:off x="7668648" y="2188614"/>
            <a:ext cx="1771590" cy="384048"/>
          </a:xfrm>
          <a:prstGeom prst="rect">
            <a:avLst/>
          </a:prstGeom>
          <a:solidFill>
            <a:srgbClr val="8957E5">
              <a:alpha val="28000"/>
            </a:srgbClr>
          </a:solidFill>
          <a:ln w="12700">
            <a:solidFill>
              <a:srgbClr val="8957E5"/>
            </a:solidFill>
            <a:prstDash val="solid"/>
          </a:ln>
        </p:spPr>
        <p:txBody>
          <a:bodyPr/>
          <a:lstStyle/>
          <a:p>
            <a:r>
              <a:rPr lang="en-US" dirty="0"/>
              <a:t>ALVR Driver</a:t>
            </a: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4A543BE2-8D41-9D52-BA56-A853B4D821D0}"/>
              </a:ext>
            </a:extLst>
          </p:cNvPr>
          <p:cNvSpPr/>
          <p:nvPr/>
        </p:nvSpPr>
        <p:spPr>
          <a:xfrm>
            <a:off x="10038708" y="2195365"/>
            <a:ext cx="1771590" cy="384048"/>
          </a:xfrm>
          <a:prstGeom prst="rect">
            <a:avLst/>
          </a:prstGeom>
          <a:solidFill>
            <a:srgbClr val="8957E5">
              <a:alpha val="28000"/>
            </a:srgbClr>
          </a:solidFill>
          <a:ln w="12700">
            <a:solidFill>
              <a:srgbClr val="8957E5"/>
            </a:solidFill>
            <a:prstDash val="solid"/>
          </a:ln>
        </p:spPr>
        <p:txBody>
          <a:bodyPr/>
          <a:lstStyle/>
          <a:p>
            <a:r>
              <a:rPr lang="en-US" sz="1400" dirty="0"/>
              <a:t>ALVR Client on HMD</a:t>
            </a:r>
          </a:p>
        </p:txBody>
      </p:sp>
    </p:spTree>
    <p:extLst>
      <p:ext uri="{BB962C8B-B14F-4D97-AF65-F5344CB8AC3E}">
        <p14:creationId xmlns:p14="http://schemas.microsoft.com/office/powerpoint/2010/main" val="511681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302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98</Words>
  <Application>Microsoft Macintosh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Menlo</vt:lpstr>
      <vt:lpstr>Wingdings</vt:lpstr>
      <vt:lpstr>Office Theme</vt:lpstr>
      <vt:lpstr>OpenVR</vt:lpstr>
      <vt:lpstr>ALVR Analysis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Kushagra Sharma</dc:creator>
  <cp:lastModifiedBy>Kushagra Sharma</cp:lastModifiedBy>
  <cp:revision>2</cp:revision>
  <dcterms:created xsi:type="dcterms:W3CDTF">2026-03-15T16:17:54Z</dcterms:created>
  <dcterms:modified xsi:type="dcterms:W3CDTF">2026-03-15T17:44:54Z</dcterms:modified>
</cp:coreProperties>
</file>