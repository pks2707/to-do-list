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54864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/  STEAMVR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SteamVR Architecture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20040" y="969264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 Game  →  OpenXR/OpenVR API  →  SteamVR Runtime  →  Driver API  →  SteamVR Driver  →  Device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6492240" cy="731520"/>
          </a:xfrm>
          <a:prstGeom prst="rect">
            <a:avLst/>
          </a:prstGeom>
          <a:solidFill>
            <a:srgbClr val="3D2B6E"/>
          </a:solidFill>
          <a:ln/>
          <a:effectLst>
            <a:outerShdw sx="100000" sy="100000" kx="0" ky="0" algn="bl" rotWithShape="0" blurRad="127000" dist="254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98448"/>
            <a:ext cx="91440" cy="731520"/>
          </a:xfrm>
          <a:prstGeom prst="rect">
            <a:avLst/>
          </a:prstGeom>
          <a:solidFill>
            <a:srgbClr val="8957E5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13533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957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 GAME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75488" y="1627632"/>
            <a:ext cx="6126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C8CFF"/>
                </a:solidFill>
              </a:rPr>
              <a:t>VR Application  (Unity / Unreal / OpenXR / OpenVR)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938528" y="1371600"/>
            <a:ext cx="1170432" cy="237744"/>
          </a:xfrm>
          <a:prstGeom prst="rect">
            <a:avLst/>
          </a:prstGeom>
          <a:solidFill>
            <a:srgbClr val="8957E5">
              <a:alpha val="2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938528" y="1371600"/>
            <a:ext cx="1170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Scene renderer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182112" y="1371600"/>
            <a:ext cx="1170432" cy="237744"/>
          </a:xfrm>
          <a:prstGeom prst="rect">
            <a:avLst/>
          </a:prstGeom>
          <a:solidFill>
            <a:srgbClr val="8957E5">
              <a:alpha val="2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182112" y="1371600"/>
            <a:ext cx="1170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Input handler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425696" y="1371600"/>
            <a:ext cx="1170432" cy="237744"/>
          </a:xfrm>
          <a:prstGeom prst="rect">
            <a:avLst/>
          </a:prstGeom>
          <a:solidFill>
            <a:srgbClr val="8957E5">
              <a:alpha val="28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425696" y="1371600"/>
            <a:ext cx="1170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Physics loop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669280" y="1371600"/>
            <a:ext cx="1170432" cy="237744"/>
          </a:xfrm>
          <a:prstGeom prst="rect">
            <a:avLst/>
          </a:prstGeom>
          <a:solidFill>
            <a:srgbClr val="8957E5">
              <a:alpha val="28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0" y="1371600"/>
            <a:ext cx="1170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Audio engine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0" y="2029968"/>
            <a:ext cx="0" cy="182880"/>
          </a:xfrm>
          <a:prstGeom prst="line">
            <a:avLst/>
          </a:prstGeom>
          <a:noFill/>
          <a:ln w="19050">
            <a:solidFill>
              <a:srgbClr val="8957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139696"/>
            <a:ext cx="6492240" cy="310896"/>
          </a:xfrm>
          <a:prstGeom prst="rect">
            <a:avLst/>
          </a:prstGeom>
          <a:solidFill>
            <a:srgbClr val="1C3A6E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" y="215798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OpenXR / OpenVR API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286000" y="2176272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xrBeginFrame · xrLocateViews · xrEndFrame · IVRSystem · IVRCompositor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74720" y="2450592"/>
            <a:ext cx="0" cy="164592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2633472"/>
            <a:ext cx="6492240" cy="731520"/>
          </a:xfrm>
          <a:prstGeom prst="rect">
            <a:avLst/>
          </a:prstGeom>
          <a:solidFill>
            <a:srgbClr val="1A4E4A"/>
          </a:solidFill>
          <a:ln/>
          <a:effectLst>
            <a:outerShdw sx="100000" sy="100000" kx="0" ky="0" algn="bl" rotWithShape="0" blurRad="127000" dist="25400" dir="8100000">
              <a:srgbClr val="000000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633472"/>
            <a:ext cx="91440" cy="731520"/>
          </a:xfrm>
          <a:prstGeom prst="rect">
            <a:avLst/>
          </a:prstGeom>
          <a:solidFill>
            <a:srgbClr val="39D0C0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" y="268833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D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STEAMVR RUNTIME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75488" y="2962656"/>
            <a:ext cx="6126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5E8E0"/>
                </a:solidFill>
              </a:rPr>
              <a:t>Compositor · Pose prediction · Reprojection · Chaperone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938528" y="2706624"/>
            <a:ext cx="1170432" cy="237744"/>
          </a:xfrm>
          <a:prstGeom prst="rect">
            <a:avLst/>
          </a:prstGeom>
          <a:solidFill>
            <a:srgbClr val="39D0C0">
              <a:alpha val="28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938528" y="2706624"/>
            <a:ext cx="1170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Compositor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182112" y="2706624"/>
            <a:ext cx="1170432" cy="237744"/>
          </a:xfrm>
          <a:prstGeom prst="rect">
            <a:avLst/>
          </a:prstGeom>
          <a:solidFill>
            <a:srgbClr val="39D0C0">
              <a:alpha val="28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3182112" y="2706624"/>
            <a:ext cx="1170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Pose engine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425696" y="2706624"/>
            <a:ext cx="1170432" cy="237744"/>
          </a:xfrm>
          <a:prstGeom prst="rect">
            <a:avLst/>
          </a:prstGeom>
          <a:solidFill>
            <a:srgbClr val="39D0C0">
              <a:alpha val="28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425696" y="2706624"/>
            <a:ext cx="1170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Reprojection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669280" y="2706624"/>
            <a:ext cx="1170432" cy="237744"/>
          </a:xfrm>
          <a:prstGeom prst="rect">
            <a:avLst/>
          </a:prstGeom>
          <a:solidFill>
            <a:srgbClr val="39D0C0">
              <a:alpha val="28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0" y="2706624"/>
            <a:ext cx="1170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Input system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474720" y="3364992"/>
            <a:ext cx="0" cy="182880"/>
          </a:xfrm>
          <a:prstGeom prst="line">
            <a:avLst/>
          </a:prstGeom>
          <a:noFill/>
          <a:ln w="19050">
            <a:solidFill>
              <a:srgbClr val="39D0C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3474720"/>
            <a:ext cx="6492240" cy="310896"/>
          </a:xfrm>
          <a:prstGeom prst="rect">
            <a:avLst/>
          </a:prstGeom>
          <a:solidFill>
            <a:srgbClr val="6B3A1A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0624" y="34930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SteamVR Driver API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286000" y="3511296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A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IServerTrackedDeviceProvider · ITrackedDeviceServerDriver · IVRDriverDirectModeComponent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474720" y="3785616"/>
            <a:ext cx="0" cy="164592"/>
          </a:xfrm>
          <a:prstGeom prst="line">
            <a:avLst/>
          </a:prstGeom>
          <a:noFill/>
          <a:ln w="19050">
            <a:solidFill>
              <a:srgbClr val="F0883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3959352"/>
            <a:ext cx="6492240" cy="731520"/>
          </a:xfrm>
          <a:prstGeom prst="rect">
            <a:avLst/>
          </a:prstGeom>
          <a:solidFill>
            <a:srgbClr val="1A4228"/>
          </a:solidFill>
          <a:ln/>
          <a:effectLst>
            <a:outerShdw sx="100000" sy="100000" kx="0" ky="0" algn="bl" rotWithShape="0" blurRad="127000" dist="25400" dir="8100000">
              <a:srgbClr val="000000">
                <a:alpha val="4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74320" y="3959352"/>
            <a:ext cx="91440" cy="7315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42" name="Text 40"/>
          <p:cNvSpPr/>
          <p:nvPr/>
        </p:nvSpPr>
        <p:spPr>
          <a:xfrm>
            <a:off x="475488" y="401421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STEAMVR DRIVER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475488" y="4288536"/>
            <a:ext cx="6126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E787"/>
                </a:solidFill>
              </a:rPr>
              <a:t>Hardware plugin  (.dll / .so)  loaded by SteamVR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1938528" y="4032504"/>
            <a:ext cx="1170432" cy="237744"/>
          </a:xfrm>
          <a:prstGeom prst="rect">
            <a:avLst/>
          </a:prstGeom>
          <a:solidFill>
            <a:srgbClr val="3FB950">
              <a:alpha val="28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1938528" y="4032504"/>
            <a:ext cx="1170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HMD driver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182112" y="4032504"/>
            <a:ext cx="1170432" cy="237744"/>
          </a:xfrm>
          <a:prstGeom prst="rect">
            <a:avLst/>
          </a:prstGeom>
          <a:solidFill>
            <a:srgbClr val="3FB950">
              <a:alpha val="28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3182112" y="4032504"/>
            <a:ext cx="1170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Controller driver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425696" y="4032504"/>
            <a:ext cx="1170432" cy="237744"/>
          </a:xfrm>
          <a:prstGeom prst="rect">
            <a:avLst/>
          </a:prstGeom>
          <a:solidFill>
            <a:srgbClr val="3FB950">
              <a:alpha val="28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4425696" y="4032504"/>
            <a:ext cx="1170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Tracker driver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669280" y="4032504"/>
            <a:ext cx="1170432" cy="237744"/>
          </a:xfrm>
          <a:prstGeom prst="rect">
            <a:avLst/>
          </a:prstGeom>
          <a:solidFill>
            <a:srgbClr val="3FB950">
              <a:alpha val="28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5669280" y="4032504"/>
            <a:ext cx="1170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Base station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474720" y="4690872"/>
            <a:ext cx="0" cy="182880"/>
          </a:xfrm>
          <a:prstGeom prst="line">
            <a:avLst/>
          </a:prstGeom>
          <a:noFill/>
          <a:ln w="19050">
            <a:solidFill>
              <a:srgbClr val="3FB95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74320" y="4718304"/>
            <a:ext cx="6492240" cy="292608"/>
          </a:xfrm>
          <a:prstGeom prst="rect">
            <a:avLst/>
          </a:prstGeom>
          <a:solidFill>
            <a:srgbClr val="6B1A1A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20624" y="4736592"/>
            <a:ext cx="6217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  —  HMD + Controllers + Trackers + Base stations (USB · Bluetooth · RF)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995160" y="1298448"/>
            <a:ext cx="1874520" cy="37490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27000" dist="25400" dir="8100000">
              <a:srgbClr val="000000">
                <a:alpha val="4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7114032" y="138988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Key Facts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7095744" y="1737360"/>
            <a:ext cx="1645920" cy="56692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58" name="Text 56"/>
          <p:cNvSpPr/>
          <p:nvPr/>
        </p:nvSpPr>
        <p:spPr>
          <a:xfrm>
            <a:off x="7205472" y="1792224"/>
            <a:ext cx="1426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8A6FF"/>
                </a:solidFill>
              </a:rPr>
              <a:t>OpenXR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7205472" y="1993392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Khronos standard API; portable across all runtimes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095744" y="2377440"/>
            <a:ext cx="1645920" cy="56692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61" name="Text 59"/>
          <p:cNvSpPr/>
          <p:nvPr/>
        </p:nvSpPr>
        <p:spPr>
          <a:xfrm>
            <a:off x="7205472" y="2432304"/>
            <a:ext cx="1426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8A6FF"/>
                </a:solidFill>
              </a:rPr>
              <a:t>OpenVR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7205472" y="2633472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Valve's proprietary API; SteamVR-specific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095744" y="3017520"/>
            <a:ext cx="1645920" cy="56692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64" name="Text 62"/>
          <p:cNvSpPr/>
          <p:nvPr/>
        </p:nvSpPr>
        <p:spPr>
          <a:xfrm>
            <a:off x="7205472" y="3072384"/>
            <a:ext cx="1426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8A6FF"/>
                </a:solidFill>
              </a:rPr>
              <a:t>Runtime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7205472" y="3273552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SteamVR compositor and pose engine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7095744" y="3657600"/>
            <a:ext cx="1645920" cy="56692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67" name="Text 65"/>
          <p:cNvSpPr/>
          <p:nvPr/>
        </p:nvSpPr>
        <p:spPr>
          <a:xfrm>
            <a:off x="7205472" y="3712464"/>
            <a:ext cx="1426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8A6FF"/>
                </a:solidFill>
              </a:rPr>
              <a:t>Driver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7205472" y="3913632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Hardware plugin; swappable .dll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7095744" y="4297680"/>
            <a:ext cx="1645920" cy="56692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70" name="Text 68"/>
          <p:cNvSpPr/>
          <p:nvPr/>
        </p:nvSpPr>
        <p:spPr>
          <a:xfrm>
            <a:off x="7205472" y="4352544"/>
            <a:ext cx="1426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8A6FF"/>
                </a:solidFill>
              </a:rPr>
              <a:t>IPC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7205472" y="4553712"/>
            <a:ext cx="1481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Named pipes between app &amp; runtime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54864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/  STEAMVR DRIVER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SteamVR Driver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4023360" cy="1572768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27000" dist="254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78992"/>
            <a:ext cx="4023360" cy="54864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7" name="Text 5"/>
          <p:cNvSpPr/>
          <p:nvPr/>
        </p:nvSpPr>
        <p:spPr>
          <a:xfrm>
            <a:off x="420624" y="115214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883E"/>
                </a:solidFill>
              </a:rPr>
              <a:t>What is a SteamVR Driver?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02336" y="1499616"/>
            <a:ext cx="91440" cy="91440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463040"/>
            <a:ext cx="36210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</a:rPr>
              <a:t>A .dll (Windows) or .so (Linux) plugin loaded by SteamVR at startup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02336" y="1700784"/>
            <a:ext cx="91440" cy="91440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1664208"/>
            <a:ext cx="36210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</a:rPr>
              <a:t>Implements IServerTrackedDeviceProvider to register virtual or real devices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02336" y="1901952"/>
            <a:ext cx="91440" cy="91440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1865376"/>
            <a:ext cx="36210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</a:rPr>
              <a:t>Returns 6-DoF poses via GetPose() each frame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02336" y="2103120"/>
            <a:ext cx="91440" cy="91440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2066544"/>
            <a:ext cx="36210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</a:rPr>
              <a:t>Installed by dropping a folder into Steam\steamapps\common\SteamVR\drivers\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02336" y="2304288"/>
            <a:ext cx="91440" cy="91440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2267712"/>
            <a:ext cx="36210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</a:rPr>
              <a:t>Registered in SteamVR's vrpathreg — multiple can coexist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761488"/>
            <a:ext cx="4023360" cy="2176272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27000" dist="25400" dir="810000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761488"/>
            <a:ext cx="4023360" cy="5486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0" name="Text 18"/>
          <p:cNvSpPr/>
          <p:nvPr/>
        </p:nvSpPr>
        <p:spPr>
          <a:xfrm>
            <a:off x="420624" y="2834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</a:rPr>
              <a:t>How to create / replace a driver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84048" y="3182112"/>
            <a:ext cx="201168" cy="20116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318211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58368" y="3200400"/>
            <a:ext cx="3511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Implement C++ interface — Subclass IServerTrackedDeviceProvider &amp; ITrackedDeviceServerDriver from openvr_driver.h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84048" y="3529584"/>
            <a:ext cx="201168" cy="20116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5" name="Text 23"/>
          <p:cNvSpPr/>
          <p:nvPr/>
        </p:nvSpPr>
        <p:spPr>
          <a:xfrm>
            <a:off x="384048" y="352958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58368" y="3547872"/>
            <a:ext cx="3511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Export HmdDriverFactory — Entry point SteamVR calls: return your provider on IServerTrackedDeviceProvider_Version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84048" y="3877056"/>
            <a:ext cx="201168" cy="20116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8" name="Text 26"/>
          <p:cNvSpPr/>
          <p:nvPr/>
        </p:nvSpPr>
        <p:spPr>
          <a:xfrm>
            <a:off x="384048" y="387705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58368" y="3895344"/>
            <a:ext cx="3511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Write driver.vrdrivermanifest — JSON file declares name, version, binary path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84048" y="4224528"/>
            <a:ext cx="201168" cy="20116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" y="422452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58368" y="4242816"/>
            <a:ext cx="3511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Install into SteamVR\drivers\ — Drop your driver folder; SteamVR discovers it at next launch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84048" y="4572000"/>
            <a:ext cx="201168" cy="20116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34" name="Text 32"/>
          <p:cNvSpPr/>
          <p:nvPr/>
        </p:nvSpPr>
        <p:spPr>
          <a:xfrm>
            <a:off x="384048" y="457200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58368" y="4590288"/>
            <a:ext cx="3511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Register with vrpathreg — Run: vrpathreg adddriver &lt;path&gt;  to permanently register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0" y="1078992"/>
            <a:ext cx="4297680" cy="3858768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27000" dist="25400" dir="8100000">
              <a:srgbClr val="000000">
                <a:alpha val="4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572000" y="1078992"/>
            <a:ext cx="4297680" cy="54864"/>
          </a:xfrm>
          <a:prstGeom prst="rect">
            <a:avLst/>
          </a:prstGeom>
          <a:solidFill>
            <a:srgbClr val="8957E5"/>
          </a:solidFill>
          <a:ln/>
        </p:spPr>
      </p:sp>
      <p:sp>
        <p:nvSpPr>
          <p:cNvPr id="38" name="Text 36"/>
          <p:cNvSpPr/>
          <p:nvPr/>
        </p:nvSpPr>
        <p:spPr>
          <a:xfrm>
            <a:off x="4718304" y="115214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957E5"/>
                </a:solidFill>
              </a:rPr>
              <a:t>Custom SteamVR Drivers — Examples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681728" y="1481328"/>
            <a:ext cx="1993392" cy="768096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40" name="Shape 38"/>
          <p:cNvSpPr/>
          <p:nvPr/>
        </p:nvSpPr>
        <p:spPr>
          <a:xfrm>
            <a:off x="4681728" y="1481328"/>
            <a:ext cx="73152" cy="768096"/>
          </a:xfrm>
          <a:prstGeom prst="rect">
            <a:avLst/>
          </a:prstGeom>
          <a:solidFill>
            <a:srgbClr val="39D0C0"/>
          </a:solidFill>
          <a:ln/>
        </p:spPr>
      </p:sp>
      <p:sp>
        <p:nvSpPr>
          <p:cNvPr id="41" name="Text 39"/>
          <p:cNvSpPr/>
          <p:nvPr/>
        </p:nvSpPr>
        <p:spPr>
          <a:xfrm>
            <a:off x="4828032" y="1517904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D0C0"/>
                </a:solidFill>
              </a:rPr>
              <a:t>ALVR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28032" y="1719072"/>
            <a:ext cx="17922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</a:rPr>
              <a:t>Wi-Fi streaming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828032" y="1865376"/>
            <a:ext cx="179222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39D0C0"/>
                </a:solidFill>
              </a:rPr>
              <a:t>github.com/alvr-org/ALVR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828032" y="1993392"/>
            <a:ext cx="17922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</a:rPr>
              <a:t>Virtual HMD + controllers. Streams rendered frames to Quest/Pico over Wi-Fi via H.264/H.265.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784848" y="1481328"/>
            <a:ext cx="1993392" cy="768096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46" name="Shape 44"/>
          <p:cNvSpPr/>
          <p:nvPr/>
        </p:nvSpPr>
        <p:spPr>
          <a:xfrm>
            <a:off x="6784848" y="1481328"/>
            <a:ext cx="73152" cy="768096"/>
          </a:xfrm>
          <a:prstGeom prst="rect">
            <a:avLst/>
          </a:prstGeom>
          <a:solidFill>
            <a:srgbClr val="8957E5"/>
          </a:solidFill>
          <a:ln/>
        </p:spPr>
      </p:sp>
      <p:sp>
        <p:nvSpPr>
          <p:cNvPr id="47" name="Text 45"/>
          <p:cNvSpPr/>
          <p:nvPr/>
        </p:nvSpPr>
        <p:spPr>
          <a:xfrm>
            <a:off x="6931152" y="1517904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957E5"/>
                </a:solidFill>
              </a:rPr>
              <a:t>VRto3D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931152" y="1719072"/>
            <a:ext cx="17922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</a:rPr>
              <a:t>SbS / TaB output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931152" y="1865376"/>
            <a:ext cx="179222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957E5"/>
                </a:solidFill>
              </a:rPr>
              <a:t>github.com/oneup03/VRto3D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931152" y="1993392"/>
            <a:ext cx="17922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</a:rPr>
              <a:t>Virtual HMD. Outputs left+right eye views as Side-by-Side or Top-and-Bottom for 3D displays.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681728" y="2322576"/>
            <a:ext cx="1993392" cy="768096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52" name="Shape 50"/>
          <p:cNvSpPr/>
          <p:nvPr/>
        </p:nvSpPr>
        <p:spPr>
          <a:xfrm>
            <a:off x="4681728" y="2322576"/>
            <a:ext cx="73152" cy="768096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53" name="Text 51"/>
          <p:cNvSpPr/>
          <p:nvPr/>
        </p:nvSpPr>
        <p:spPr>
          <a:xfrm>
            <a:off x="4828032" y="2359152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883E"/>
                </a:solidFill>
              </a:rPr>
              <a:t>OpenVR-WalkInPlace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828032" y="2560320"/>
            <a:ext cx="17922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</a:rPr>
              <a:t>Physical locomotion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828032" y="2706624"/>
            <a:ext cx="179222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F0883E"/>
                </a:solidFill>
              </a:rPr>
              <a:t>github.com/pottedmeat7/OpenVR-WalkInPlace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4828032" y="2834640"/>
            <a:ext cx="17922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</a:rPr>
              <a:t>Virtual tracker maps physical walking-in-place motion to in-game locomotion.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784848" y="2322576"/>
            <a:ext cx="1993392" cy="768096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58" name="Shape 56"/>
          <p:cNvSpPr/>
          <p:nvPr/>
        </p:nvSpPr>
        <p:spPr>
          <a:xfrm>
            <a:off x="6784848" y="2322576"/>
            <a:ext cx="73152" cy="76809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59" name="Text 57"/>
          <p:cNvSpPr/>
          <p:nvPr/>
        </p:nvSpPr>
        <p:spPr>
          <a:xfrm>
            <a:off x="6931152" y="2359152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</a:rPr>
              <a:t>OpenVR-SpaceCalibrator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931152" y="2560320"/>
            <a:ext cx="17922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</a:rPr>
              <a:t>Multi-system tracking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931152" y="2706624"/>
            <a:ext cx="179222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3FB950"/>
                </a:solidFill>
              </a:rPr>
              <a:t>github.com/pushrax/OpenVR-SpaceCalibrator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6931152" y="2834640"/>
            <a:ext cx="17922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</a:rPr>
              <a:t>Calibrates tracking spaces between different hardware (Vive trackers + Oculus HMD).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4681728" y="3163824"/>
            <a:ext cx="1993392" cy="768096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64" name="Shape 62"/>
          <p:cNvSpPr/>
          <p:nvPr/>
        </p:nvSpPr>
        <p:spPr>
          <a:xfrm>
            <a:off x="4681728" y="3163824"/>
            <a:ext cx="73152" cy="76809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65" name="Text 63"/>
          <p:cNvSpPr/>
          <p:nvPr/>
        </p:nvSpPr>
        <p:spPr>
          <a:xfrm>
            <a:off x="4828032" y="3200400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</a:rPr>
              <a:t>driver_leap (Ultraleap)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4828032" y="3401568"/>
            <a:ext cx="17922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</a:rPr>
              <a:t>Hand tracking input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4828032" y="3547872"/>
            <a:ext cx="179222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8A6FF"/>
                </a:solidFill>
              </a:rPr>
              <a:t>github.com/ultraleap/driver_leap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4828032" y="3675888"/>
            <a:ext cx="17922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</a:rPr>
              <a:t>Exposes Leap Motion hand tracking as virtual SteamVR skeletal hand controllers.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6784848" y="3163824"/>
            <a:ext cx="1993392" cy="768096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70" name="Shape 68"/>
          <p:cNvSpPr/>
          <p:nvPr/>
        </p:nvSpPr>
        <p:spPr>
          <a:xfrm>
            <a:off x="6784848" y="3163824"/>
            <a:ext cx="73152" cy="768096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71" name="Text 69"/>
          <p:cNvSpPr/>
          <p:nvPr/>
        </p:nvSpPr>
        <p:spPr>
          <a:xfrm>
            <a:off x="6931152" y="3200400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6B"/>
                </a:solidFill>
              </a:rPr>
              <a:t>KinectToVR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6931152" y="3401568"/>
            <a:ext cx="17922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</a:rPr>
              <a:t>Full-body tracking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6931152" y="3547872"/>
            <a:ext cx="179222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FF6B6B"/>
                </a:solidFill>
              </a:rPr>
              <a:t>github.com/KinectToVR/K2EX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6931152" y="3675888"/>
            <a:ext cx="17922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</a:rPr>
              <a:t>Exposes Kinect skeleton as SteamVR virtual trackers for full lower-body tracking.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4681728" y="4517136"/>
            <a:ext cx="4187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Drivers live in: Steam\steamapps\common\SteamVR\drivers\&lt;name&gt;\  ·  Entry point: HmdDriverFactory()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54864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D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/  ALVR  &amp;  VRto3D — POSITION IN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ALVR &amp; VRto3D in the Stack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42416"/>
            <a:ext cx="3291840" cy="384048"/>
          </a:xfrm>
          <a:prstGeom prst="rect">
            <a:avLst/>
          </a:prstGeom>
          <a:solidFill>
            <a:srgbClr val="8957E5">
              <a:alpha val="28000"/>
            </a:srgbClr>
          </a:solidFill>
          <a:ln w="12700">
            <a:solidFill>
              <a:srgbClr val="8957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78992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 Game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920240" y="1426464"/>
            <a:ext cx="0" cy="91440"/>
          </a:xfrm>
          <a:prstGeom prst="line">
            <a:avLst/>
          </a:prstGeom>
          <a:noFill/>
          <a:ln w="15240">
            <a:solidFill>
              <a:srgbClr val="8957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499616"/>
            <a:ext cx="3291840" cy="274320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3619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OpenXR / OpenVR API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847088"/>
            <a:ext cx="3291840" cy="384048"/>
          </a:xfrm>
          <a:prstGeom prst="rect">
            <a:avLst/>
          </a:prstGeom>
          <a:solidFill>
            <a:srgbClr val="39D0C0">
              <a:alpha val="28000"/>
            </a:srgbClr>
          </a:solidFill>
          <a:ln w="12700">
            <a:solidFill>
              <a:srgbClr val="39D0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883664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SteamVR Runtime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920240" y="2231136"/>
            <a:ext cx="0" cy="91440"/>
          </a:xfrm>
          <a:prstGeom prst="line">
            <a:avLst/>
          </a:prstGeom>
          <a:noFill/>
          <a:ln w="15240">
            <a:solidFill>
              <a:srgbClr val="39D0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304288"/>
            <a:ext cx="3291840" cy="274320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34086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SteamVR Driver API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651760"/>
            <a:ext cx="3291840" cy="384048"/>
          </a:xfrm>
          <a:prstGeom prst="rect">
            <a:avLst/>
          </a:prstGeom>
          <a:solidFill>
            <a:srgbClr val="3FB950">
              <a:alpha val="28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688336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SteamVR Driver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920240" y="3035808"/>
            <a:ext cx="0" cy="91440"/>
          </a:xfrm>
          <a:prstGeom prst="line">
            <a:avLst/>
          </a:prstGeom>
          <a:noFill/>
          <a:ln w="15240">
            <a:solidFill>
              <a:srgbClr val="3FB9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108960"/>
            <a:ext cx="3291840" cy="274320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145536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 / HW API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456432"/>
            <a:ext cx="3291840" cy="384048"/>
          </a:xfrm>
          <a:prstGeom prst="rect">
            <a:avLst/>
          </a:prstGeom>
          <a:solidFill>
            <a:srgbClr val="FF6B6B">
              <a:alpha val="28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493008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 Device Hardware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920240" y="3840480"/>
            <a:ext cx="0" cy="91440"/>
          </a:xfrm>
          <a:prstGeom prst="line">
            <a:avLst/>
          </a:prstGeom>
          <a:noFill/>
          <a:ln w="15240">
            <a:solidFill>
              <a:srgbClr val="FF6B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03320" y="1042416"/>
            <a:ext cx="2377440" cy="1956816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39D0C0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3593592" y="1042416"/>
            <a:ext cx="137160" cy="0"/>
          </a:xfrm>
          <a:prstGeom prst="line">
            <a:avLst/>
          </a:prstGeom>
          <a:noFill/>
          <a:ln w="25400">
            <a:solidFill>
              <a:srgbClr val="39D0C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93592" y="2999232"/>
            <a:ext cx="137160" cy="0"/>
          </a:xfrm>
          <a:prstGeom prst="line">
            <a:avLst/>
          </a:prstGeom>
          <a:noFill/>
          <a:ln w="25400">
            <a:solidFill>
              <a:srgbClr val="39D0C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93592" y="1042416"/>
            <a:ext cx="0" cy="1956816"/>
          </a:xfrm>
          <a:prstGeom prst="line">
            <a:avLst/>
          </a:prstGeom>
          <a:noFill/>
          <a:ln w="25400">
            <a:solidFill>
              <a:srgbClr val="39D0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49040" y="111556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9D0C0"/>
                </a:solidFill>
              </a:rPr>
              <a:t>ALVR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749040" y="1408176"/>
            <a:ext cx="22311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5E8E0"/>
                </a:solidFill>
              </a:rPr>
              <a:t>github.com/alvr-org/ALVR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749040" y="1664208"/>
            <a:ext cx="91440" cy="91440"/>
          </a:xfrm>
          <a:prstGeom prst="ellipse">
            <a:avLst/>
          </a:prstGeom>
          <a:solidFill>
            <a:srgbClr val="39D0C0"/>
          </a:solidFill>
          <a:ln/>
        </p:spPr>
      </p:sp>
      <p:sp>
        <p:nvSpPr>
          <p:cNvPr id="30" name="Text 28"/>
          <p:cNvSpPr/>
          <p:nvPr/>
        </p:nvSpPr>
        <p:spPr>
          <a:xfrm>
            <a:off x="3895344" y="163677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Injects as SteamVR driver on PC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749040" y="1883664"/>
            <a:ext cx="91440" cy="91440"/>
          </a:xfrm>
          <a:prstGeom prst="ellipse">
            <a:avLst/>
          </a:prstGeom>
          <a:solidFill>
            <a:srgbClr val="39D0C0"/>
          </a:solidFill>
          <a:ln/>
        </p:spPr>
      </p:sp>
      <p:sp>
        <p:nvSpPr>
          <p:cNvPr id="32" name="Text 30"/>
          <p:cNvSpPr/>
          <p:nvPr/>
        </p:nvSpPr>
        <p:spPr>
          <a:xfrm>
            <a:off x="3895344" y="185623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Presents virtual HMD to SteamVR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749040" y="2103120"/>
            <a:ext cx="91440" cy="91440"/>
          </a:xfrm>
          <a:prstGeom prst="ellipse">
            <a:avLst/>
          </a:prstGeom>
          <a:solidFill>
            <a:srgbClr val="39D0C0"/>
          </a:solidFill>
          <a:ln/>
        </p:spPr>
      </p:sp>
      <p:sp>
        <p:nvSpPr>
          <p:cNvPr id="34" name="Text 32"/>
          <p:cNvSpPr/>
          <p:nvPr/>
        </p:nvSpPr>
        <p:spPr>
          <a:xfrm>
            <a:off x="3895344" y="207568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Captures frames via DirectMode Present()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749040" y="2322576"/>
            <a:ext cx="91440" cy="91440"/>
          </a:xfrm>
          <a:prstGeom prst="ellipse">
            <a:avLst/>
          </a:prstGeom>
          <a:solidFill>
            <a:srgbClr val="39D0C0"/>
          </a:solidFill>
          <a:ln/>
        </p:spPr>
      </p:sp>
      <p:sp>
        <p:nvSpPr>
          <p:cNvPr id="36" name="Text 34"/>
          <p:cNvSpPr/>
          <p:nvPr/>
        </p:nvSpPr>
        <p:spPr>
          <a:xfrm>
            <a:off x="3895344" y="2295144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H.264/H.265 GPU encode → Wi-Fi UDP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749040" y="2542032"/>
            <a:ext cx="91440" cy="91440"/>
          </a:xfrm>
          <a:prstGeom prst="ellipse">
            <a:avLst/>
          </a:prstGeom>
          <a:solidFill>
            <a:srgbClr val="39D0C0"/>
          </a:solidFill>
          <a:ln/>
        </p:spPr>
      </p:sp>
      <p:sp>
        <p:nvSpPr>
          <p:cNvPr id="38" name="Text 36"/>
          <p:cNvSpPr/>
          <p:nvPr/>
        </p:nvSpPr>
        <p:spPr>
          <a:xfrm>
            <a:off x="3895344" y="251460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OpenXR app on headset decodes + displays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749040" y="2761488"/>
            <a:ext cx="91440" cy="91440"/>
          </a:xfrm>
          <a:prstGeom prst="ellipse">
            <a:avLst/>
          </a:prstGeom>
          <a:solidFill>
            <a:srgbClr val="39D0C0"/>
          </a:solidFill>
          <a:ln/>
        </p:spPr>
      </p:sp>
      <p:sp>
        <p:nvSpPr>
          <p:cNvPr id="40" name="Text 38"/>
          <p:cNvSpPr/>
          <p:nvPr/>
        </p:nvSpPr>
        <p:spPr>
          <a:xfrm>
            <a:off x="3895344" y="273405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Headset tracking sent back to PC driver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309360" y="2651760"/>
            <a:ext cx="2468880" cy="804672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8957E5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3593592" y="2651760"/>
            <a:ext cx="2724912" cy="0"/>
          </a:xfrm>
          <a:prstGeom prst="line">
            <a:avLst/>
          </a:prstGeom>
          <a:noFill/>
          <a:ln w="19050">
            <a:solidFill>
              <a:srgbClr val="8957E5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3593592" y="3456432"/>
            <a:ext cx="137160" cy="0"/>
          </a:xfrm>
          <a:prstGeom prst="line">
            <a:avLst/>
          </a:prstGeom>
          <a:noFill/>
          <a:ln w="25400">
            <a:solidFill>
              <a:srgbClr val="8957E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593592" y="2651760"/>
            <a:ext cx="0" cy="804672"/>
          </a:xfrm>
          <a:prstGeom prst="line">
            <a:avLst/>
          </a:prstGeom>
          <a:noFill/>
          <a:ln w="25400">
            <a:solidFill>
              <a:srgbClr val="8957E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0" y="270662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957E5"/>
                </a:solidFill>
              </a:rPr>
              <a:t>VRto3D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400800" y="29992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BC8CFF"/>
                </a:solidFill>
              </a:rPr>
              <a:t>github.com/oneup03/VRto3D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400800" y="3236976"/>
            <a:ext cx="82296" cy="82296"/>
          </a:xfrm>
          <a:prstGeom prst="ellipse">
            <a:avLst/>
          </a:prstGeom>
          <a:solidFill>
            <a:srgbClr val="8957E5"/>
          </a:solidFill>
          <a:ln/>
        </p:spPr>
      </p:sp>
      <p:sp>
        <p:nvSpPr>
          <p:cNvPr id="48" name="Text 46"/>
          <p:cNvSpPr/>
          <p:nvPr/>
        </p:nvSpPr>
        <p:spPr>
          <a:xfrm>
            <a:off x="6528816" y="3218688"/>
            <a:ext cx="23957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</a:rPr>
              <a:t>Pure SteamVR driver (.dll) only — no hardware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400800" y="3438144"/>
            <a:ext cx="82296" cy="82296"/>
          </a:xfrm>
          <a:prstGeom prst="ellipse">
            <a:avLst/>
          </a:prstGeom>
          <a:solidFill>
            <a:srgbClr val="8957E5"/>
          </a:solidFill>
          <a:ln/>
        </p:spPr>
      </p:sp>
      <p:sp>
        <p:nvSpPr>
          <p:cNvPr id="50" name="Text 48"/>
          <p:cNvSpPr/>
          <p:nvPr/>
        </p:nvSpPr>
        <p:spPr>
          <a:xfrm>
            <a:off x="6528816" y="3419856"/>
            <a:ext cx="23957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</a:rPr>
              <a:t>Virtual HMD with dual-camera pose system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400800" y="3639312"/>
            <a:ext cx="82296" cy="82296"/>
          </a:xfrm>
          <a:prstGeom prst="ellipse">
            <a:avLst/>
          </a:prstGeom>
          <a:solidFill>
            <a:srgbClr val="8957E5"/>
          </a:solidFill>
          <a:ln/>
        </p:spPr>
      </p:sp>
      <p:sp>
        <p:nvSpPr>
          <p:cNvPr id="52" name="Text 50"/>
          <p:cNvSpPr/>
          <p:nvPr/>
        </p:nvSpPr>
        <p:spPr>
          <a:xfrm>
            <a:off x="6528816" y="3621024"/>
            <a:ext cx="23957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</a:rPr>
              <a:t>Renders left+right eyes as SbS or TaB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400800" y="3840480"/>
            <a:ext cx="82296" cy="82296"/>
          </a:xfrm>
          <a:prstGeom prst="ellipse">
            <a:avLst/>
          </a:prstGeom>
          <a:solidFill>
            <a:srgbClr val="8957E5"/>
          </a:solidFill>
          <a:ln/>
        </p:spPr>
      </p:sp>
      <p:sp>
        <p:nvSpPr>
          <p:cNvPr id="54" name="Text 52"/>
          <p:cNvSpPr/>
          <p:nvPr/>
        </p:nvSpPr>
        <p:spPr>
          <a:xfrm>
            <a:off x="6528816" y="3822192"/>
            <a:ext cx="23957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</a:rPr>
              <a:t>Outputs to any 3D display or AR glasses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74320" y="4041648"/>
            <a:ext cx="8595360" cy="9144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6" name="Text 54"/>
          <p:cNvSpPr/>
          <p:nvPr/>
        </p:nvSpPr>
        <p:spPr>
          <a:xfrm>
            <a:off x="1645920" y="41148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9D0C0"/>
                </a:solidFill>
              </a:rPr>
              <a:t>ALVR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023360" y="41148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957E5"/>
                </a:solidFill>
              </a:rPr>
              <a:t>VRto3D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400800" y="41148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Real HMD Driver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310896" y="4370832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</a:rPr>
              <a:t>Hardware needed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664208" y="4370832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E8E0"/>
                </a:solidFill>
              </a:rPr>
              <a:t>Quest / Pico headset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041648" y="4370832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C8CFF"/>
                </a:solidFill>
              </a:rPr>
              <a:t>Any 3D display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419088" y="4370832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EE787"/>
                </a:solidFill>
              </a:rPr>
              <a:t>Physical HMD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310896" y="4553712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</a:rPr>
              <a:t>Network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664208" y="4553712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E8E0"/>
                </a:solidFill>
              </a:rPr>
              <a:t>Wi-Fi 5 GHz / 6 GHz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4041648" y="4553712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C8CFF"/>
                </a:solidFill>
              </a:rPr>
              <a:t>None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419088" y="4553712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EE787"/>
                </a:solidFill>
              </a:rPr>
              <a:t>USB / RF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310896" y="4736592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</a:rPr>
              <a:t>Output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1664208" y="4736592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E8E0"/>
                </a:solidFill>
              </a:rPr>
              <a:t>Streams to headset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4041648" y="4736592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C8CFF"/>
                </a:solidFill>
              </a:rPr>
              <a:t>SbS / TaB to display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6419088" y="4736592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EE787"/>
                </a:solidFill>
              </a:rPr>
              <a:t>Physical display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54864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/  IMPLEMENTATION GUIDE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SBS Output + Controller → KB / Mouse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42416"/>
            <a:ext cx="4114800" cy="3913632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27000" dist="254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42416"/>
            <a:ext cx="4114800" cy="54864"/>
          </a:xfrm>
          <a:prstGeom prst="rect">
            <a:avLst/>
          </a:prstGeom>
          <a:solidFill>
            <a:srgbClr val="8957E5"/>
          </a:solidFill>
          <a:ln/>
        </p:spPr>
      </p:sp>
      <p:sp>
        <p:nvSpPr>
          <p:cNvPr id="7" name="Text 5"/>
          <p:cNvSpPr/>
          <p:nvPr/>
        </p:nvSpPr>
        <p:spPr>
          <a:xfrm>
            <a:off x="420624" y="111556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957E5"/>
                </a:solidFill>
              </a:rPr>
              <a:t>SBS / TaB output via VRto3D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389888"/>
            <a:ext cx="256032" cy="256032"/>
          </a:xfrm>
          <a:prstGeom prst="ellipse">
            <a:avLst/>
          </a:prstGeom>
          <a:solidFill>
            <a:srgbClr val="8957E5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3898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94944" y="139903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957E5"/>
                </a:solidFill>
              </a:rPr>
              <a:t>Build VRto3D driver from source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49808" y="1664208"/>
            <a:ext cx="351129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https://github.com/oneup03/VRto3D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49808" y="1805940"/>
            <a:ext cx="351129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vrto3d/vrto3d.sln in Visual Studio 2022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49808" y="1947672"/>
            <a:ext cx="351129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Target: Release x64  Build  vrto3d.dll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49808" y="2089404"/>
            <a:ext cx="351129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file: vrto3d/src/hmd_device_driver.cpp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65760" y="2295144"/>
            <a:ext cx="256032" cy="256032"/>
          </a:xfrm>
          <a:prstGeom prst="ellipse">
            <a:avLst/>
          </a:prstGeom>
          <a:solidFill>
            <a:srgbClr val="8957E5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2951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94944" y="230428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957E5"/>
                </a:solidFill>
              </a:rPr>
              <a:t>Configure SbS / TaB output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9808" y="2569464"/>
            <a:ext cx="351129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Steam\config\vrto3d\default_config.json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49808" y="2711196"/>
            <a:ext cx="351129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tab_enable: false  = Side-by-Side (default)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49808" y="2852928"/>
            <a:ext cx="351129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tab_enable: true   = Top-and-Bottom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49808" y="2994660"/>
            <a:ext cx="351129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render_width / render_height: per-eye res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65760" y="3200400"/>
            <a:ext cx="256032" cy="256032"/>
          </a:xfrm>
          <a:prstGeom prst="ellipse">
            <a:avLst/>
          </a:prstGeom>
          <a:solidFill>
            <a:srgbClr val="8957E5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32004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C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4944" y="3209544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957E5"/>
                </a:solidFill>
              </a:rPr>
              <a:t>Key source hooks to modify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9808" y="3474720"/>
            <a:ext cx="351129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hmd_device_driver.cpp  GetEyeOutputViewport()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49808" y="3616452"/>
            <a:ext cx="351129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Controls left/right eye UV rect in output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49808" y="3758184"/>
            <a:ext cx="351129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hmd_device_driver.cpp  GetProjectionMatrix()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49808" y="3899916"/>
            <a:ext cx="351129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Controls per-eye frustum offset for depth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65760" y="4105656"/>
            <a:ext cx="256032" cy="256032"/>
          </a:xfrm>
          <a:prstGeom prst="ellipse">
            <a:avLst/>
          </a:prstGeom>
          <a:solidFill>
            <a:srgbClr val="8957E5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1056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4944" y="411480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957E5"/>
                </a:solidFill>
              </a:rPr>
              <a:t>Combine with ALVR for wireless SbS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49808" y="4379976"/>
            <a:ext cx="351129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ALVR server + VRto3D driver concurrently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49808" y="4521708"/>
            <a:ext cx="351129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ALVR supplies tracking; VRto3D renders SbS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49808" y="4663440"/>
            <a:ext cx="351129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 both via vrpathreg adddriver &lt;path&gt;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49808" y="4805172"/>
            <a:ext cx="351129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SbS stream direct to display/encoder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663440" y="1042416"/>
            <a:ext cx="4206240" cy="3913632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27000" dist="25400" dir="8100000">
              <a:srgbClr val="000000">
                <a:alpha val="4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63440" y="1042416"/>
            <a:ext cx="4206240" cy="5486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8" name="Text 36"/>
          <p:cNvSpPr/>
          <p:nvPr/>
        </p:nvSpPr>
        <p:spPr>
          <a:xfrm>
            <a:off x="4809744" y="11155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</a:rPr>
              <a:t>Controller → KB / Mouse mapping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736592" y="1463040"/>
            <a:ext cx="4005072" cy="1152144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40" name="Shape 38"/>
          <p:cNvSpPr/>
          <p:nvPr/>
        </p:nvSpPr>
        <p:spPr>
          <a:xfrm>
            <a:off x="4736592" y="1463040"/>
            <a:ext cx="73152" cy="1152144"/>
          </a:xfrm>
          <a:prstGeom prst="rect">
            <a:avLst/>
          </a:prstGeom>
          <a:solidFill>
            <a:srgbClr val="39D0C0"/>
          </a:solidFill>
          <a:ln/>
        </p:spPr>
      </p:sp>
      <p:sp>
        <p:nvSpPr>
          <p:cNvPr id="41" name="Text 39"/>
          <p:cNvSpPr/>
          <p:nvPr/>
        </p:nvSpPr>
        <p:spPr>
          <a:xfrm>
            <a:off x="4901184" y="151790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9D0C0"/>
                </a:solidFill>
              </a:rPr>
              <a:t>Approach 1 — ALVR input remapping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901184" y="1810512"/>
            <a:ext cx="91440" cy="91440"/>
          </a:xfrm>
          <a:prstGeom prst="ellipse">
            <a:avLst/>
          </a:prstGeom>
          <a:solidFill>
            <a:srgbClr val="39D0C0"/>
          </a:solidFill>
          <a:ln/>
        </p:spPr>
      </p:sp>
      <p:sp>
        <p:nvSpPr>
          <p:cNvPr id="43" name="Text 41"/>
          <p:cNvSpPr/>
          <p:nvPr/>
        </p:nvSpPr>
        <p:spPr>
          <a:xfrm>
            <a:off x="5047488" y="1783080"/>
            <a:ext cx="363931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alvr/server/src/input_mapping.rs  — Rust input pipeline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901184" y="1975104"/>
            <a:ext cx="91440" cy="91440"/>
          </a:xfrm>
          <a:prstGeom prst="ellipse">
            <a:avLst/>
          </a:prstGeom>
          <a:solidFill>
            <a:srgbClr val="39D0C0"/>
          </a:solidFill>
          <a:ln/>
        </p:spPr>
      </p:sp>
      <p:sp>
        <p:nvSpPr>
          <p:cNvPr id="45" name="Text 43"/>
          <p:cNvSpPr/>
          <p:nvPr/>
        </p:nvSpPr>
        <p:spPr>
          <a:xfrm>
            <a:off x="5047488" y="1947672"/>
            <a:ext cx="363931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 XrActionState → virtual keyboard/mouse events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901184" y="2139696"/>
            <a:ext cx="91440" cy="91440"/>
          </a:xfrm>
          <a:prstGeom prst="ellipse">
            <a:avLst/>
          </a:prstGeom>
          <a:solidFill>
            <a:srgbClr val="39D0C0"/>
          </a:solidFill>
          <a:ln/>
        </p:spPr>
      </p:sp>
      <p:sp>
        <p:nvSpPr>
          <p:cNvPr id="47" name="Text 45"/>
          <p:cNvSpPr/>
          <p:nvPr/>
        </p:nvSpPr>
        <p:spPr>
          <a:xfrm>
            <a:off x="5047488" y="2112264"/>
            <a:ext cx="363931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Windows SendInput() API for KB/mouse injection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901184" y="2304288"/>
            <a:ext cx="91440" cy="91440"/>
          </a:xfrm>
          <a:prstGeom prst="ellipse">
            <a:avLst/>
          </a:prstGeom>
          <a:solidFill>
            <a:srgbClr val="39D0C0"/>
          </a:solidFill>
          <a:ln/>
        </p:spPr>
      </p:sp>
      <p:sp>
        <p:nvSpPr>
          <p:cNvPr id="49" name="Text 47"/>
          <p:cNvSpPr/>
          <p:nvPr/>
        </p:nvSpPr>
        <p:spPr>
          <a:xfrm>
            <a:off x="5047488" y="2276856"/>
            <a:ext cx="363931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 button_mapping in session.json for per-game remaps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901184" y="2468880"/>
            <a:ext cx="91440" cy="91440"/>
          </a:xfrm>
          <a:prstGeom prst="ellipse">
            <a:avLst/>
          </a:prstGeom>
          <a:solidFill>
            <a:srgbClr val="39D0C0"/>
          </a:solidFill>
          <a:ln/>
        </p:spPr>
      </p:sp>
      <p:sp>
        <p:nvSpPr>
          <p:cNvPr id="51" name="Text 49"/>
          <p:cNvSpPr/>
          <p:nvPr/>
        </p:nvSpPr>
        <p:spPr>
          <a:xfrm>
            <a:off x="5047488" y="2441448"/>
            <a:ext cx="363931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ALVR has existing trigger→click, thumbstick→WASD paths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736592" y="2724912"/>
            <a:ext cx="4005072" cy="969264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53" name="Shape 51"/>
          <p:cNvSpPr/>
          <p:nvPr/>
        </p:nvSpPr>
        <p:spPr>
          <a:xfrm>
            <a:off x="4736592" y="2724912"/>
            <a:ext cx="73152" cy="969264"/>
          </a:xfrm>
          <a:prstGeom prst="rect">
            <a:avLst/>
          </a:prstGeom>
          <a:solidFill>
            <a:srgbClr val="8957E5"/>
          </a:solidFill>
          <a:ln/>
        </p:spPr>
      </p:sp>
      <p:sp>
        <p:nvSpPr>
          <p:cNvPr id="54" name="Text 52"/>
          <p:cNvSpPr/>
          <p:nvPr/>
        </p:nvSpPr>
        <p:spPr>
          <a:xfrm>
            <a:off x="4901184" y="277977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57E5"/>
                </a:solidFill>
              </a:rPr>
              <a:t>Approach 2 — VRto3D key_mappings.h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901184" y="3054096"/>
            <a:ext cx="82296" cy="82296"/>
          </a:xfrm>
          <a:prstGeom prst="ellipse">
            <a:avLst/>
          </a:prstGeom>
          <a:solidFill>
            <a:srgbClr val="8957E5"/>
          </a:solidFill>
          <a:ln/>
        </p:spPr>
      </p:sp>
      <p:sp>
        <p:nvSpPr>
          <p:cNvPr id="56" name="Text 54"/>
          <p:cNvSpPr/>
          <p:nvPr/>
        </p:nvSpPr>
        <p:spPr>
          <a:xfrm>
            <a:off x="5047488" y="3026664"/>
            <a:ext cx="3639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vrto3d/src/key_mappings.h — Virtual-Key Code table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901184" y="3209544"/>
            <a:ext cx="82296" cy="82296"/>
          </a:xfrm>
          <a:prstGeom prst="ellipse">
            <a:avLst/>
          </a:prstGeom>
          <a:solidFill>
            <a:srgbClr val="8957E5"/>
          </a:solidFill>
          <a:ln/>
        </p:spPr>
      </p:sp>
      <p:sp>
        <p:nvSpPr>
          <p:cNvPr id="58" name="Text 56"/>
          <p:cNvSpPr/>
          <p:nvPr/>
        </p:nvSpPr>
        <p:spPr>
          <a:xfrm>
            <a:off x="5047488" y="3182112"/>
            <a:ext cx="3639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pitch_enable / yaw_enable → right stick to HMD look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901184" y="3364992"/>
            <a:ext cx="82296" cy="82296"/>
          </a:xfrm>
          <a:prstGeom prst="ellipse">
            <a:avLst/>
          </a:prstGeom>
          <a:solidFill>
            <a:srgbClr val="8957E5"/>
          </a:solidFill>
          <a:ln/>
        </p:spPr>
      </p:sp>
      <p:sp>
        <p:nvSpPr>
          <p:cNvPr id="60" name="Text 58"/>
          <p:cNvSpPr/>
          <p:nvPr/>
        </p:nvSpPr>
        <p:spPr>
          <a:xfrm>
            <a:off x="5047488" y="3337560"/>
            <a:ext cx="3639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ctrl_sensitivity: float — tune analogue deadzone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901184" y="3520440"/>
            <a:ext cx="82296" cy="82296"/>
          </a:xfrm>
          <a:prstGeom prst="ellipse">
            <a:avLst/>
          </a:prstGeom>
          <a:solidFill>
            <a:srgbClr val="8957E5"/>
          </a:solidFill>
          <a:ln/>
        </p:spPr>
      </p:sp>
      <p:sp>
        <p:nvSpPr>
          <p:cNvPr id="62" name="Text 60"/>
          <p:cNvSpPr/>
          <p:nvPr/>
        </p:nvSpPr>
        <p:spPr>
          <a:xfrm>
            <a:off x="5047488" y="3493008"/>
            <a:ext cx="3639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pose_reset_key / ctrl_toggle_key → any VK_ code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4901184" y="3675888"/>
            <a:ext cx="82296" cy="82296"/>
          </a:xfrm>
          <a:prstGeom prst="ellipse">
            <a:avLst/>
          </a:prstGeom>
          <a:solidFill>
            <a:srgbClr val="8957E5"/>
          </a:solidFill>
          <a:ln/>
        </p:spPr>
      </p:sp>
      <p:sp>
        <p:nvSpPr>
          <p:cNvPr id="64" name="Text 62"/>
          <p:cNvSpPr/>
          <p:nvPr/>
        </p:nvSpPr>
        <p:spPr>
          <a:xfrm>
            <a:off x="5047488" y="3648456"/>
            <a:ext cx="3639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game_configs/&lt;game&gt;.json — per-game override profiles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4736592" y="3803904"/>
            <a:ext cx="4005072" cy="93268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66" name="Shape 64"/>
          <p:cNvSpPr/>
          <p:nvPr/>
        </p:nvSpPr>
        <p:spPr>
          <a:xfrm>
            <a:off x="4736592" y="3803904"/>
            <a:ext cx="73152" cy="932688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67" name="Text 65"/>
          <p:cNvSpPr/>
          <p:nvPr/>
        </p:nvSpPr>
        <p:spPr>
          <a:xfrm>
            <a:off x="4901184" y="385876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883E"/>
                </a:solidFill>
              </a:rPr>
              <a:t>Approach 3 — Custom driver shim (C++)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4901184" y="4114800"/>
            <a:ext cx="82296" cy="82296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69" name="Text 67"/>
          <p:cNvSpPr/>
          <p:nvPr/>
        </p:nvSpPr>
        <p:spPr>
          <a:xfrm>
            <a:off x="5047488" y="4087368"/>
            <a:ext cx="363931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SteamVR driver: poll controller state each frame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901184" y="4242816"/>
            <a:ext cx="82296" cy="82296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71" name="Text 69"/>
          <p:cNvSpPr/>
          <p:nvPr/>
        </p:nvSpPr>
        <p:spPr>
          <a:xfrm>
            <a:off x="5047488" y="4215384"/>
            <a:ext cx="363931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IVRDriverInput::GetDigitalActionData() → button states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4901184" y="4370832"/>
            <a:ext cx="82296" cy="82296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73" name="Text 71"/>
          <p:cNvSpPr/>
          <p:nvPr/>
        </p:nvSpPr>
        <p:spPr>
          <a:xfrm>
            <a:off x="5047488" y="4343400"/>
            <a:ext cx="363931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IVRDriverInput::GetAnalogActionData() → axis values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4901184" y="4498848"/>
            <a:ext cx="82296" cy="82296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75" name="Text 73"/>
          <p:cNvSpPr/>
          <p:nvPr/>
        </p:nvSpPr>
        <p:spPr>
          <a:xfrm>
            <a:off x="5047488" y="4471416"/>
            <a:ext cx="363931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Inject via SendInput(INPUT_KEYBOARD) / INPUT_MOUSE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4901184" y="4626864"/>
            <a:ext cx="82296" cy="82296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77" name="Text 75"/>
          <p:cNvSpPr/>
          <p:nvPr/>
        </p:nvSpPr>
        <p:spPr>
          <a:xfrm>
            <a:off x="5047488" y="4599432"/>
            <a:ext cx="363931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 alongside ALVR driver using multi-driver vrpathreg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2026-03-15T14:55:12Z</dcterms:created>
  <dcterms:modified xsi:type="dcterms:W3CDTF">2026-03-15T14:55:12Z</dcterms:modified>
</cp:coreProperties>
</file>