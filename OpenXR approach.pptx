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26FA-4BA6-B7D6-EAA2-3E36B50A5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1F12B-1977-2469-647E-1358C029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39F9-653C-56F1-9DC0-11A09E93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A58FD-E44E-183A-F7F0-64814C39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83DBF-BBEF-57B3-00E0-BD37D1D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4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E4E-D04C-AB74-D7F3-140C1C72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B12F-9BBD-3328-9E3F-A486297C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7AEAC-9791-4D92-DA0C-FB22A825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283D-9623-BA6F-353D-3366CB3B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759C-C543-A7F7-E6A4-7030E60A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9510-DF98-8D01-1866-CAD6D5BD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CD5C-62E0-81A1-A193-C33E4CDB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6384-0976-4A94-C463-07233858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3A25C-8869-2077-FAD4-91424419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BC7B-4FC2-FC8E-F825-46095052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1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EF03-0DA5-B131-7B6D-FE5FBB0C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3CFD-AEB6-61B5-9D24-7EE9C69CD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EABF9-94C4-342D-FA58-24408706B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2C349-3460-B32F-6A22-42E23279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06D09-C785-5C74-2B62-7A3CA6CD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A4F07-F670-B04E-329B-51046644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2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E5AB-EC24-8761-C30D-A0FCA163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6693B-C3A4-0D13-34AE-AD09CC97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71F66-EB26-3AD6-4192-362F3A92A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434D1-4913-E4D6-C46E-B35E81D42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D40D0-ED07-4094-C42A-81981784B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570FA-870B-7ECC-E22C-C7A4F17D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1DE69-ADCD-0C6C-2D64-D50272D1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77A19-D1DF-F2B0-D48A-D0B96E64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6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58BF-222E-B6E8-F278-37CC976F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5216E-9151-B98C-9C51-02C77B03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67394-BBDF-B55C-253E-20511707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7F31-F629-4085-19FB-2D57B009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3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560F1-3DDB-FE63-BD44-8373C4CF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A40F9-D54E-50C5-1212-E5109C47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08942-9374-2E51-DB36-2E29561E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2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134C-512A-B689-8B7D-D86DE430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950DB-C456-708B-B79E-357AD2FDE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4C2A4-6264-E1CD-2B9C-93F6262DE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E620C-9FE3-F0F6-2247-4C64CDB5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39320-243D-DEEC-8529-F1975AA4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007B8-451E-A546-BAC8-80AA34D9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9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B522-0431-9265-B392-1F958E6F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B4837-C9B0-FE83-77B6-DDFB7EC4F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B2939-4110-79FA-30F5-D2758C466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F1742-6E28-2F1B-AFBA-0EA00BA5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2587B-BF61-CFB4-E0F8-B9461362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930C3-3DFF-F4C1-A253-11C56E2C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9E17-3BAD-67AC-2BF0-E3A777DB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80DC8-74D8-FF98-5E90-273809C49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3939-4B37-5603-627A-E59FF320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8E0AD-31D4-2F6F-1753-1E386859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C4DC7-9775-E147-610B-E5A26F1A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5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92DEC-88F3-EB56-9D29-AF50276BC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99F37-9355-C129-E658-A65F161F7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3746D-00C9-C255-8FF4-FD2F0B3F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D352F-A99D-451F-A5DE-EA328A5E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C8138-DE8F-3CFA-ED7B-DCA9D80E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2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C0105-00A2-5B6D-7D1B-90B8E7B6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BD77-C74D-9031-681C-507E3DC3A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DB144-B397-3706-5AC1-677012528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39D1B-892E-5A40-96F5-D850D700AAB3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F14E-51A4-2F78-39D2-6B890A594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DCE5-368C-333E-4AB3-52F7CC15B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A6F20-A955-8F40-B81B-AE30870B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7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lveSoftware/openvr/tree/master/samples/drivers/drivers" TargetMode="External"/><Relationship Id="rId2" Type="http://schemas.openxmlformats.org/officeDocument/2006/relationships/hyperlink" Target="https://github.com/ValveSoftware/openvr/wiki/API-Document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8A54-6A92-DBCC-CAC9-83D411B74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F04A8-E87D-8206-57A8-096F7DA10A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7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14FA-8A31-566B-0C60-477BD595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2000" dirty="0" err="1"/>
              <a:t>SteamVR</a:t>
            </a:r>
            <a:r>
              <a:rPr lang="en-US" sz="2000" dirty="0"/>
              <a:t> Driver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E0CE-5AFD-CD33-2B24-24415ED00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5190"/>
            <a:ext cx="10515600" cy="5351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This is a commercially viable way of shipping a solution like ours . </a:t>
            </a:r>
            <a:br>
              <a:rPr lang="en-US" sz="1200" dirty="0"/>
            </a:br>
            <a:r>
              <a:rPr lang="en-US" sz="1200" dirty="0"/>
              <a:t>We need to create a </a:t>
            </a:r>
            <a:r>
              <a:rPr lang="en-US" sz="1200" dirty="0" err="1"/>
              <a:t>steamVR</a:t>
            </a:r>
            <a:r>
              <a:rPr lang="en-US" sz="1200" dirty="0"/>
              <a:t> Driver that acts like a device with a display function.</a:t>
            </a:r>
          </a:p>
          <a:p>
            <a:pPr marL="0" indent="0">
              <a:buNone/>
            </a:pPr>
            <a:r>
              <a:rPr lang="en-US" sz="1200" dirty="0"/>
              <a:t>Standard practice is to install your driver files into a dedicated application folder (e.g., C:\Program Files\</a:t>
            </a:r>
            <a:r>
              <a:rPr lang="en-US" sz="1200" dirty="0" err="1"/>
              <a:t>YourCompany</a:t>
            </a:r>
            <a:r>
              <a:rPr lang="en-US" sz="1200" dirty="0"/>
              <a:t>\</a:t>
            </a:r>
            <a:r>
              <a:rPr lang="en-US" sz="1200" dirty="0" err="1"/>
              <a:t>YourDriver</a:t>
            </a:r>
            <a:r>
              <a:rPr lang="en-US" sz="1200" dirty="0"/>
              <a:t>\). Your folder structure must follow the </a:t>
            </a:r>
            <a:r>
              <a:rPr lang="en-US" sz="1200" dirty="0" err="1"/>
              <a:t>OpenVR</a:t>
            </a:r>
            <a:r>
              <a:rPr lang="en-US" sz="1200" dirty="0"/>
              <a:t> standard: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driver.vrresources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bin/win64/</a:t>
            </a:r>
            <a:r>
              <a:rPr lang="en-US" sz="1200" dirty="0" err="1"/>
              <a:t>driver_yourname.dll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resources/ (for icons and settings)</a:t>
            </a:r>
          </a:p>
          <a:p>
            <a:pPr marL="0" indent="0">
              <a:buNone/>
            </a:pPr>
            <a:r>
              <a:rPr lang="en-US" sz="1200" dirty="0"/>
              <a:t>Then we register the driver using steam register utility : </a:t>
            </a:r>
          </a:p>
          <a:p>
            <a:pPr marL="0" indent="0">
              <a:buNone/>
            </a:pPr>
            <a:r>
              <a:rPr lang="en-US" sz="1000" dirty="0" err="1"/>
              <a:t>vrpathreg.exe</a:t>
            </a:r>
            <a:r>
              <a:rPr lang="en-US" sz="1000" dirty="0"/>
              <a:t> </a:t>
            </a:r>
            <a:r>
              <a:rPr lang="en-US" sz="1000" dirty="0" err="1"/>
              <a:t>adddriver</a:t>
            </a:r>
            <a:r>
              <a:rPr lang="en-US" sz="1000" dirty="0"/>
              <a:t> "C:\Path\To\Your\Driver\Folder”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The driver then shows up in </a:t>
            </a:r>
            <a:r>
              <a:rPr lang="en-US" sz="1000" b="1" dirty="0" err="1"/>
              <a:t>SteamVR</a:t>
            </a:r>
            <a:r>
              <a:rPr lang="en-US" sz="1000" b="1" dirty="0"/>
              <a:t> "Manage Add-ons"</a:t>
            </a:r>
            <a:r>
              <a:rPr lang="en-US" sz="1000" dirty="0">
                <a:effectLst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Won’t change unless </a:t>
            </a:r>
            <a:r>
              <a:rPr lang="en-US" sz="1200" dirty="0" err="1"/>
              <a:t>steamvr</a:t>
            </a:r>
            <a:r>
              <a:rPr lang="en-US" sz="1200" dirty="0"/>
              <a:t> driver </a:t>
            </a:r>
            <a:r>
              <a:rPr lang="en-US" sz="1200" dirty="0" err="1"/>
              <a:t>api</a:t>
            </a:r>
            <a:r>
              <a:rPr lang="en-US" sz="1200" dirty="0"/>
              <a:t> changes.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References : </a:t>
            </a:r>
          </a:p>
          <a:p>
            <a:pPr marL="0" indent="0">
              <a:buNone/>
            </a:pPr>
            <a:r>
              <a:rPr lang="en-US" sz="1200" dirty="0">
                <a:hlinkClick r:id="rId2"/>
              </a:rPr>
              <a:t>https://github.com/ValveSoftware/openvr/wiki/API-Documentation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hlinkClick r:id="rId3"/>
              </a:rPr>
              <a:t>https://github.com/ValveSoftware/openvr/tree/master/samples/drivers/drivers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765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94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171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SteamVR Driver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Sharma</dc:creator>
  <cp:lastModifiedBy>Kushagra Sharma</cp:lastModifiedBy>
  <cp:revision>1</cp:revision>
  <dcterms:created xsi:type="dcterms:W3CDTF">2026-03-14T05:57:58Z</dcterms:created>
  <dcterms:modified xsi:type="dcterms:W3CDTF">2026-03-15T13:07:47Z</dcterms:modified>
</cp:coreProperties>
</file>